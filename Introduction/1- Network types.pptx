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"/>
  </p:notesMasterIdLst>
  <p:sldIdLst>
    <p:sldId id="274" r:id="rId2"/>
    <p:sldId id="264" r:id="rId3"/>
    <p:sldId id="275" r:id="rId4"/>
  </p:sldIdLst>
  <p:sldSz cx="9144000" cy="5143500" type="screen16x9"/>
  <p:notesSz cx="6858000" cy="9144000"/>
  <p:embeddedFontLst>
    <p:embeddedFont>
      <p:font typeface="Rubik Black" charset="-78"/>
      <p:bold r:id="rId6"/>
      <p:boldItalic r:id="rId7"/>
    </p:embeddedFont>
    <p:embeddedFont>
      <p:font typeface="Karla" charset="0"/>
      <p:regular r:id="rId8"/>
      <p:bold r:id="rId9"/>
      <p:italic r:id="rId10"/>
      <p:boldItalic r:id="rId11"/>
    </p:embeddedFont>
    <p:embeddedFont>
      <p:font typeface="Bebas Neue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DF42312-9E96-4A5D-A046-EA3F34A97C3B}">
  <a:tblStyle styleId="{EDF42312-9E96-4A5D-A046-EA3F34A97C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1DB6C3-61B1-4A10-B4B0-D8E8CEF777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6" r:id="rId3"/>
    <p:sldLayoutId id="2147483670" r:id="rId4"/>
    <p:sldLayoutId id="214748367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47"/>
          <p:cNvGrpSpPr/>
          <p:nvPr/>
        </p:nvGrpSpPr>
        <p:grpSpPr>
          <a:xfrm>
            <a:off x="2714612" y="3929072"/>
            <a:ext cx="3657590" cy="348347"/>
            <a:chOff x="4572050" y="100025"/>
            <a:chExt cx="3657590" cy="348347"/>
          </a:xfrm>
        </p:grpSpPr>
        <p:sp>
          <p:nvSpPr>
            <p:cNvPr id="1034" name="Google Shape;1034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47"/>
          <p:cNvSpPr txBox="1">
            <a:spLocks noGrp="1"/>
          </p:cNvSpPr>
          <p:nvPr>
            <p:ph type="title"/>
          </p:nvPr>
        </p:nvSpPr>
        <p:spPr>
          <a:xfrm>
            <a:off x="1357290" y="185737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/>
              <a:t>Network types</a:t>
            </a:r>
            <a:endParaRPr sz="5400"/>
          </a:p>
        </p:txBody>
      </p:sp>
      <p:grpSp>
        <p:nvGrpSpPr>
          <p:cNvPr id="1052" name="Google Shape;1052;p47"/>
          <p:cNvGrpSpPr/>
          <p:nvPr/>
        </p:nvGrpSpPr>
        <p:grpSpPr>
          <a:xfrm>
            <a:off x="214282" y="1071552"/>
            <a:ext cx="1827475" cy="1051350"/>
            <a:chOff x="274188" y="1278048"/>
            <a:chExt cx="1827475" cy="1051350"/>
          </a:xfrm>
        </p:grpSpPr>
        <p:sp>
          <p:nvSpPr>
            <p:cNvPr id="1053" name="Google Shape;1053;p47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47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055" name="Google Shape;1055;p47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47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7" name="Google Shape;1057;p47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1058" name="Google Shape;1058;p47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7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528;p32"/>
          <p:cNvGrpSpPr/>
          <p:nvPr/>
        </p:nvGrpSpPr>
        <p:grpSpPr>
          <a:xfrm rot="-5400000">
            <a:off x="7099191" y="830377"/>
            <a:ext cx="603495" cy="1371596"/>
            <a:chOff x="3724575" y="3497700"/>
            <a:chExt cx="603495" cy="1371596"/>
          </a:xfrm>
        </p:grpSpPr>
        <p:sp>
          <p:nvSpPr>
            <p:cNvPr id="34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999;p45"/>
          <p:cNvSpPr/>
          <p:nvPr/>
        </p:nvSpPr>
        <p:spPr>
          <a:xfrm>
            <a:off x="1214414" y="4286262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000;p45"/>
          <p:cNvSpPr/>
          <p:nvPr/>
        </p:nvSpPr>
        <p:spPr>
          <a:xfrm>
            <a:off x="7447546" y="4377769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001;p45"/>
          <p:cNvSpPr/>
          <p:nvPr/>
        </p:nvSpPr>
        <p:spPr>
          <a:xfrm>
            <a:off x="7215206" y="422911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Local Area Network (LAN)</a:t>
            </a:r>
            <a:endParaRPr sz="2800"/>
          </a:p>
        </p:txBody>
      </p:sp>
      <p:sp>
        <p:nvSpPr>
          <p:cNvPr id="51" name="Plaque 50"/>
          <p:cNvSpPr/>
          <p:nvPr/>
        </p:nvSpPr>
        <p:spPr>
          <a:xfrm>
            <a:off x="1357290" y="1714493"/>
            <a:ext cx="2143140" cy="1558647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tx1"/>
                </a:solidFill>
              </a:rPr>
              <a:t>PC 1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53" name="Plaque 52"/>
          <p:cNvSpPr/>
          <p:nvPr/>
        </p:nvSpPr>
        <p:spPr>
          <a:xfrm>
            <a:off x="4000496" y="1714493"/>
            <a:ext cx="2143140" cy="1558647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tx1"/>
                </a:solidFill>
              </a:rPr>
              <a:t>PC 2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54" name="Croix 53"/>
          <p:cNvSpPr/>
          <p:nvPr/>
        </p:nvSpPr>
        <p:spPr>
          <a:xfrm>
            <a:off x="6786578" y="1928808"/>
            <a:ext cx="1143008" cy="1143008"/>
          </a:xfrm>
          <a:prstGeom prst="plus">
            <a:avLst>
              <a:gd name="adj" fmla="val 36954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à coins arrondis 55"/>
          <p:cNvSpPr/>
          <p:nvPr/>
        </p:nvSpPr>
        <p:spPr>
          <a:xfrm>
            <a:off x="3571868" y="3857634"/>
            <a:ext cx="200026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Switch</a:t>
            </a:r>
            <a:endParaRPr lang="fr-FR" sz="2400" b="1" dirty="0">
              <a:solidFill>
                <a:schemeClr val="tx1"/>
              </a:solidFill>
            </a:endParaRPr>
          </a:p>
        </p:txBody>
      </p:sp>
      <p:cxnSp>
        <p:nvCxnSpPr>
          <p:cNvPr id="58" name="Forme 57"/>
          <p:cNvCxnSpPr>
            <a:stCxn id="51" idx="2"/>
            <a:endCxn id="56" idx="1"/>
          </p:cNvCxnSpPr>
          <p:nvPr/>
        </p:nvCxnSpPr>
        <p:spPr>
          <a:xfrm rot="16200000" flipH="1">
            <a:off x="2547382" y="3154618"/>
            <a:ext cx="905965" cy="1143008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Forme 58"/>
          <p:cNvCxnSpPr>
            <a:stCxn id="53" idx="2"/>
            <a:endCxn id="56" idx="0"/>
          </p:cNvCxnSpPr>
          <p:nvPr/>
        </p:nvCxnSpPr>
        <p:spPr>
          <a:xfrm rot="5400000">
            <a:off x="4529786" y="3315354"/>
            <a:ext cx="584494" cy="500066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Forme 58"/>
          <p:cNvCxnSpPr>
            <a:stCxn id="54" idx="2"/>
            <a:endCxn id="56" idx="3"/>
          </p:cNvCxnSpPr>
          <p:nvPr/>
        </p:nvCxnSpPr>
        <p:spPr>
          <a:xfrm rot="5400000">
            <a:off x="5911463" y="2732485"/>
            <a:ext cx="1107289" cy="1785950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WideArea Network (WAN)</a:t>
            </a:r>
            <a:endParaRPr sz="2800"/>
          </a:p>
        </p:txBody>
      </p:sp>
      <p:sp>
        <p:nvSpPr>
          <p:cNvPr id="56" name="Rectangle à coins arrondis 55"/>
          <p:cNvSpPr/>
          <p:nvPr/>
        </p:nvSpPr>
        <p:spPr>
          <a:xfrm>
            <a:off x="785786" y="2643188"/>
            <a:ext cx="200026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Switch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3786182" y="2357436"/>
            <a:ext cx="1428760" cy="12089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 smtClean="0">
                <a:solidFill>
                  <a:schemeClr val="tx1"/>
                </a:solidFill>
              </a:rPr>
              <a:t>Router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12" name="Nuage 11"/>
          <p:cNvSpPr/>
          <p:nvPr/>
        </p:nvSpPr>
        <p:spPr>
          <a:xfrm>
            <a:off x="6215074" y="2143122"/>
            <a:ext cx="2214578" cy="164307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Internet</a:t>
            </a:r>
            <a:endParaRPr lang="fr-FR" sz="2400" b="1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>
            <a:stCxn id="56" idx="3"/>
            <a:endCxn id="10" idx="2"/>
          </p:cNvCxnSpPr>
          <p:nvPr/>
        </p:nvCxnSpPr>
        <p:spPr>
          <a:xfrm flipV="1">
            <a:off x="2786050" y="2961912"/>
            <a:ext cx="1000132" cy="27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10" idx="6"/>
            <a:endCxn id="12" idx="2"/>
          </p:cNvCxnSpPr>
          <p:nvPr/>
        </p:nvCxnSpPr>
        <p:spPr>
          <a:xfrm>
            <a:off x="5214942" y="2961912"/>
            <a:ext cx="1007001" cy="27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</Words>
  <PresentationFormat>Affichage à l'écran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Rubik Black</vt:lpstr>
      <vt:lpstr>Karla</vt:lpstr>
      <vt:lpstr>Bebas Neue</vt:lpstr>
      <vt:lpstr>Soft Colors UI Design for Agencies by Slidesgo</vt:lpstr>
      <vt:lpstr>Network types</vt:lpstr>
      <vt:lpstr>Local Area Network (LAN)</vt:lpstr>
      <vt:lpstr>WideArea Network (WAN)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types</dc:title>
  <cp:lastModifiedBy>lemghallad</cp:lastModifiedBy>
  <cp:revision>3</cp:revision>
  <dcterms:modified xsi:type="dcterms:W3CDTF">2026-02-06T08:57:45Z</dcterms:modified>
</cp:coreProperties>
</file>