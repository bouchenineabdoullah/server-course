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5"/>
  </p:notesMasterIdLst>
  <p:sldIdLst>
    <p:sldId id="274" r:id="rId2"/>
    <p:sldId id="264" r:id="rId3"/>
    <p:sldId id="275" r:id="rId4"/>
  </p:sldIdLst>
  <p:sldSz cx="9144000" cy="5143500" type="screen16x9"/>
  <p:notesSz cx="6858000" cy="9144000"/>
  <p:embeddedFontLst>
    <p:embeddedFont>
      <p:font typeface="Rubik Black" charset="-78"/>
      <p:bold r:id="rId6"/>
      <p:boldItalic r:id="rId7"/>
    </p:embeddedFont>
    <p:embeddedFont>
      <p:font typeface="Karla" charset="0"/>
      <p:regular r:id="rId8"/>
      <p:bold r:id="rId9"/>
      <p:italic r:id="rId10"/>
      <p:boldItalic r:id="rId11"/>
    </p:embeddedFont>
    <p:embeddedFont>
      <p:font typeface="Bebas Neue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EDF42312-9E96-4A5D-A046-EA3F34A97C3B}">
  <a:tblStyle styleId="{EDF42312-9E96-4A5D-A046-EA3F34A97C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1DB6C3-61B1-4A10-B4B0-D8E8CEF777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4e1613f9b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4e1613f9b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0" name="Google Shape;180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>
            <a:spLocks noGrp="1"/>
          </p:cNvSpPr>
          <p:nvPr>
            <p:ph type="subTitle" idx="1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subTitle" idx="1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 txBox="1">
            <a:spLocks noGrp="1"/>
          </p:cNvSpPr>
          <p:nvPr>
            <p:ph type="subTitle" idx="2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0"/>
          <p:cNvSpPr txBox="1">
            <a:spLocks noGrp="1"/>
          </p:cNvSpPr>
          <p:nvPr>
            <p:ph type="subTitle" idx="3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4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5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6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subTitle" idx="7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8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6" r:id="rId3"/>
    <p:sldLayoutId id="2147483670" r:id="rId4"/>
    <p:sldLayoutId id="2147483671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47"/>
          <p:cNvGrpSpPr/>
          <p:nvPr/>
        </p:nvGrpSpPr>
        <p:grpSpPr>
          <a:xfrm>
            <a:off x="2714612" y="3929072"/>
            <a:ext cx="3657590" cy="348347"/>
            <a:chOff x="4572050" y="100025"/>
            <a:chExt cx="3657590" cy="348347"/>
          </a:xfrm>
        </p:grpSpPr>
        <p:sp>
          <p:nvSpPr>
            <p:cNvPr id="1034" name="Google Shape;1034;p47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7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7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7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7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6" name="Google Shape;1046;p47"/>
          <p:cNvSpPr txBox="1">
            <a:spLocks noGrp="1"/>
          </p:cNvSpPr>
          <p:nvPr>
            <p:ph type="title"/>
          </p:nvPr>
        </p:nvSpPr>
        <p:spPr>
          <a:xfrm>
            <a:off x="1357290" y="185737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Operating systems (windows)</a:t>
            </a:r>
            <a:endParaRPr sz="4800"/>
          </a:p>
        </p:txBody>
      </p:sp>
      <p:grpSp>
        <p:nvGrpSpPr>
          <p:cNvPr id="1052" name="Google Shape;1052;p47"/>
          <p:cNvGrpSpPr/>
          <p:nvPr/>
        </p:nvGrpSpPr>
        <p:grpSpPr>
          <a:xfrm>
            <a:off x="214282" y="1071552"/>
            <a:ext cx="1827475" cy="1051350"/>
            <a:chOff x="274188" y="1278048"/>
            <a:chExt cx="1827475" cy="1051350"/>
          </a:xfrm>
        </p:grpSpPr>
        <p:sp>
          <p:nvSpPr>
            <p:cNvPr id="1053" name="Google Shape;1053;p47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4" name="Google Shape;1054;p47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1055" name="Google Shape;1055;p47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47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57" name="Google Shape;1057;p47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1058" name="Google Shape;1058;p47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avLst/>
                <a:gdLst/>
                <a:ahLst/>
                <a:cxnLst/>
                <a:rect l="l" t="t" r="r" b="b"/>
                <a:pathLst>
                  <a:path w="8732" h="8733" extrusionOk="0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7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86" extrusionOk="0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7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5928" extrusionOk="0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7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5854" extrusionOk="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7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3028" extrusionOk="0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528;p32"/>
          <p:cNvGrpSpPr/>
          <p:nvPr/>
        </p:nvGrpSpPr>
        <p:grpSpPr>
          <a:xfrm rot="-5400000">
            <a:off x="7099191" y="830377"/>
            <a:ext cx="603495" cy="1371596"/>
            <a:chOff x="3724575" y="3497700"/>
            <a:chExt cx="603495" cy="1371596"/>
          </a:xfrm>
        </p:grpSpPr>
        <p:sp>
          <p:nvSpPr>
            <p:cNvPr id="34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999;p45"/>
          <p:cNvSpPr/>
          <p:nvPr/>
        </p:nvSpPr>
        <p:spPr>
          <a:xfrm>
            <a:off x="1214414" y="4286262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000;p45"/>
          <p:cNvSpPr/>
          <p:nvPr/>
        </p:nvSpPr>
        <p:spPr>
          <a:xfrm>
            <a:off x="7447546" y="4377769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001;p45"/>
          <p:cNvSpPr/>
          <p:nvPr/>
        </p:nvSpPr>
        <p:spPr>
          <a:xfrm>
            <a:off x="7215206" y="4229117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Client</a:t>
            </a:r>
            <a:endParaRPr sz="2800"/>
          </a:p>
        </p:txBody>
      </p:sp>
      <p:sp>
        <p:nvSpPr>
          <p:cNvPr id="56" name="Rectangle à coins arrondis 55"/>
          <p:cNvSpPr/>
          <p:nvPr/>
        </p:nvSpPr>
        <p:spPr>
          <a:xfrm>
            <a:off x="1214414" y="2285998"/>
            <a:ext cx="1428760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Win XP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3000364" y="2285998"/>
            <a:ext cx="1428760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Win 8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4786314" y="2285998"/>
            <a:ext cx="1428760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Win 10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6572264" y="2285998"/>
            <a:ext cx="1428760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Win 1</a:t>
            </a:r>
            <a:endParaRPr lang="fr-FR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Server</a:t>
            </a:r>
            <a:endParaRPr sz="2800"/>
          </a:p>
        </p:txBody>
      </p:sp>
      <p:sp>
        <p:nvSpPr>
          <p:cNvPr id="8" name="Rectangle à coins arrondis 7"/>
          <p:cNvSpPr/>
          <p:nvPr/>
        </p:nvSpPr>
        <p:spPr>
          <a:xfrm>
            <a:off x="1214414" y="2285998"/>
            <a:ext cx="1428760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2003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3000364" y="2285998"/>
            <a:ext cx="1428760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2008 / R2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4786314" y="2285998"/>
            <a:ext cx="1428760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2022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6572264" y="2285998"/>
            <a:ext cx="1428760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2025</a:t>
            </a:r>
            <a:endParaRPr lang="fr-FR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</Words>
  <PresentationFormat>Affichage à l'écran (16:9)</PresentationFormat>
  <Paragraphs>11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Rubik Black</vt:lpstr>
      <vt:lpstr>Karla</vt:lpstr>
      <vt:lpstr>Bebas Neue</vt:lpstr>
      <vt:lpstr>Soft Colors UI Design for Agencies by Slidesgo</vt:lpstr>
      <vt:lpstr>Operating systems (windows)</vt:lpstr>
      <vt:lpstr>Client</vt:lpstr>
      <vt:lpstr>Server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types</dc:title>
  <cp:lastModifiedBy>lemghallad</cp:lastModifiedBy>
  <cp:revision>4</cp:revision>
  <dcterms:modified xsi:type="dcterms:W3CDTF">2026-02-06T09:06:24Z</dcterms:modified>
</cp:coreProperties>
</file>